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753600" cy="7315200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presProps" Target="presProps.xml"/>
  <Relationship Id="rId19" Type="http://schemas.openxmlformats.org/officeDocument/2006/relationships/viewProps" Target="viewProps.xml"/>
  <Relationship Id="rId20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323399264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24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57a405c37cbee98e9a133be7cebb01c1.jpg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bf843bbf4515d44e75a36b63f0b7334d2.jpg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1f5e847918454b3bffa89d6a548682053.jpg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5c0f9f45f3eef0bca2ac70936eb6593e4.jpg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2aef510422a6b28eeafb062a6008a6b5.jpg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a7ad40f89c916ca66ee50da0b966db886.jpg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35378b2e7093e98acdd37bdafb12cb257.jpg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d155f3cb7cfff9452c3d9f295d583998.jpg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d3da751562b4e5862aef8b2732d47669.jpg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4624fa323541a47eb014daff51275e8710.jpg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eff21765266b27ebf79bd24a87a1589e11.jpg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1a1b9dc90c7a2e554c43f942e13396912.jpg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252ef48831413dc8abb46b60e7a07e3513.jpg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9d78cd0251d1cb9d18cd6cec662e972b14.jpg"/>
</Relationships>
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c2e9410f4b5651e79af0d7a08b32696915.jp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753600" cy="7315200"/>
          <a:chOff x="0" y="0"/>
          <a:chExt cx="9753600" cy="7315200"/>
        </a:xfrm>
      </p:grpSpPr>
      <p:pic>
        <p:nvPicPr>
          <p:cNvPr id="1" name="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23">
  <a:themeElements>
    <a:clrScheme name="Theme2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23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23">
      <a:fillStyleLst>
        <a:solidFill>
          <a:schemeClr val="phClr"/>
        </a:solidFill>
        <a:gradFill rotWithShape="1">
          <a:gsLst>
            <a:gs pos="0%">
              <a:schemeClr val="phClr">
                <a:tint val="50%"/>
                <a:satMod val="300%"/>
              </a:schemeClr>
            </a:gs>
            <a:gs pos="35%">
              <a:schemeClr val="phClr">
                <a:tint val="37%"/>
                <a:satMod val="300%"/>
              </a:schemeClr>
            </a:gs>
            <a:gs pos="100%">
              <a:schemeClr val="phClr">
                <a:tint val="15%"/>
                <a:satMod val="350%"/>
              </a:schemeClr>
            </a:gs>
          </a:gsLst>
          <a:lin ang="16200000" scaled="1"/>
        </a:gradFill>
        <a:gradFill rotWithShape="1">
          <a:gsLst>
            <a:gs pos="0%">
              <a:schemeClr val="phClr">
                <a:shade val="51%"/>
                <a:satMod val="130%"/>
              </a:schemeClr>
            </a:gs>
            <a:gs pos="80%">
              <a:schemeClr val="phClr">
                <a:shade val="93%"/>
                <a:satMod val="130%"/>
              </a:schemeClr>
            </a:gs>
            <a:gs pos="100%">
              <a:schemeClr val="phClr">
                <a:shade val="94%"/>
                <a:satMod val="135%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%"/>
              <a:satMod val="105%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%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%">
              <a:schemeClr val="phClr">
                <a:tint val="40%"/>
                <a:satMod val="350%"/>
              </a:schemeClr>
            </a:gs>
            <a:gs pos="40%">
              <a:schemeClr val="phClr">
                <a:tint val="45%"/>
                <a:shade val="99%"/>
                <a:satMod val="350%"/>
              </a:schemeClr>
            </a:gs>
            <a:gs pos="100%">
              <a:schemeClr val="phClr">
                <a:shade val="20%"/>
                <a:satMod val="255%"/>
              </a:schemeClr>
            </a:gs>
          </a:gsLst>
          <a:path path="circle">
            <a:fillToRect b="180%" l="50%" r="50%" t="-80%"/>
          </a:path>
        </a:gradFill>
        <a:gradFill rotWithShape="1">
          <a:gsLst>
            <a:gs pos="0%">
              <a:schemeClr val="phClr">
                <a:tint val="80%"/>
                <a:satMod val="300%"/>
              </a:schemeClr>
            </a:gs>
            <a:gs pos="100%">
              <a:schemeClr val="phClr">
                <a:shade val="30%"/>
                <a:satMod val="200%"/>
              </a:schemeClr>
            </a:gs>
          </a:gsLst>
          <a:path path="circle">
            <a:fillToRect b="50%" l="50%" r="50%" t="50%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15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Microsoft Corporation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2021-10-16T11:16:27Z</dcterms:created>
  <dcterms:modified xsi:type="dcterms:W3CDTF">2021-10-16T11:16:27Z</dcterms:modified>
  <dc:title>Untitled Presentation</dc:title>
  <dc:description/>
  <dc:subject/>
  <cp:keywords/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