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323399265" r:id="rId2"/>
  </p:sldMasterIdLst>
  <p:notesMasterIdLst>
    <p:notesMasterId r:id="rId18"/>
  </p:notesMasterIdLst>
  <p:sldIdLst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753600" cy="73152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3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FE11A-42A7-4C9E-9A25-B21709CD17DA}" type="datetimeFigureOut">
              <a:rPr lang="en-US" smtClean="0"/>
              <a:t>10/16/2021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16E7D7-9339-4D02-BA26-6144D05D6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0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70A09-06DA-494C-BE9F-1B7C01D5D35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ABD745-6A84-4248-942A-03C526D8937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/>
                <a:ea typeface="Arial Unicode MS" pitchFamily="2"/>
                <a:cs typeface="Tahoma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BE2FC-6C78-4450-BE3A-3A7350CBB1D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4AF50B-A43B-4F1C-9615-9A828D6A50E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3F2D5-BDA0-4A38-9313-68A3A29737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584" y="1196671"/>
            <a:ext cx="7314432" cy="2546955"/>
          </a:xfrm>
        </p:spPr>
        <p:txBody>
          <a:bodyPr anchor="b"/>
          <a:lstStyle>
            <a:lvl1pPr algn="ctr">
              <a:defRPr sz="580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626B8-ED80-4585-9C53-37D7267820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584" y="3841941"/>
            <a:ext cx="7314432" cy="1766585"/>
          </a:xfrm>
        </p:spPr>
        <p:txBody>
          <a:bodyPr/>
          <a:lstStyle>
            <a:lvl1pPr marL="0" indent="0" algn="ctr">
              <a:buNone/>
              <a:defRPr sz="2322"/>
            </a:lvl1pPr>
            <a:lvl2pPr marL="442387" indent="0" algn="ctr">
              <a:buNone/>
              <a:defRPr sz="1935"/>
            </a:lvl2pPr>
            <a:lvl3pPr marL="884773" indent="0" algn="ctr">
              <a:buNone/>
              <a:defRPr sz="1742"/>
            </a:lvl3pPr>
            <a:lvl4pPr marL="1327160" indent="0" algn="ctr">
              <a:buNone/>
              <a:defRPr sz="1548"/>
            </a:lvl4pPr>
            <a:lvl5pPr marL="1769547" indent="0" algn="ctr">
              <a:buNone/>
              <a:defRPr sz="1548"/>
            </a:lvl5pPr>
            <a:lvl6pPr marL="2211934" indent="0" algn="ctr">
              <a:buNone/>
              <a:defRPr sz="1548"/>
            </a:lvl6pPr>
            <a:lvl7pPr marL="2654320" indent="0" algn="ctr">
              <a:buNone/>
              <a:defRPr sz="1548"/>
            </a:lvl7pPr>
            <a:lvl8pPr marL="3096707" indent="0" algn="ctr">
              <a:buNone/>
              <a:defRPr sz="1548"/>
            </a:lvl8pPr>
            <a:lvl9pPr marL="3539094" indent="0" algn="ctr">
              <a:buNone/>
              <a:defRPr sz="1548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F74C6-AFD4-4C33-86A1-9BF8A8CC6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1362B-6676-4D66-B6AA-EC777014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D86B5-5ED1-4772-8EC5-8D304F60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77EC662-1ED7-4FBE-A254-A833801945F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64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6B665-2783-476F-BA15-52F76A747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2D86A-D75E-45A1-9EC9-461B5376C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DDB30-3FCB-4767-9E0F-8AC0989D4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6C2BE-7BAD-425F-803C-38160CCF9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0B42A-4425-4F1D-A2FA-DF9A9C142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AD6AD1B-0D70-4073-818A-6CF5618AB44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51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B608B-7F76-4E4E-B117-203A28E3B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89" y="1823424"/>
            <a:ext cx="8412672" cy="3043135"/>
          </a:xfrm>
        </p:spPr>
        <p:txBody>
          <a:bodyPr anchor="b"/>
          <a:lstStyle>
            <a:lvl1pPr>
              <a:defRPr sz="580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7F70E-8A60-4377-975B-DCEE7A282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89" y="4895747"/>
            <a:ext cx="8412672" cy="1599143"/>
          </a:xfrm>
        </p:spPr>
        <p:txBody>
          <a:bodyPr/>
          <a:lstStyle>
            <a:lvl1pPr marL="0" indent="0">
              <a:buNone/>
              <a:defRPr sz="2322">
                <a:solidFill>
                  <a:schemeClr val="tx1">
                    <a:tint val="75000"/>
                  </a:schemeClr>
                </a:solidFill>
              </a:defRPr>
            </a:lvl1pPr>
            <a:lvl2pPr marL="442387" indent="0">
              <a:buNone/>
              <a:defRPr sz="1935">
                <a:solidFill>
                  <a:schemeClr val="tx1">
                    <a:tint val="75000"/>
                  </a:schemeClr>
                </a:solidFill>
              </a:defRPr>
            </a:lvl2pPr>
            <a:lvl3pPr marL="884773" indent="0">
              <a:buNone/>
              <a:defRPr sz="1742">
                <a:solidFill>
                  <a:schemeClr val="tx1">
                    <a:tint val="75000"/>
                  </a:schemeClr>
                </a:solidFill>
              </a:defRPr>
            </a:lvl3pPr>
            <a:lvl4pPr marL="1327160" indent="0">
              <a:buNone/>
              <a:defRPr sz="1548">
                <a:solidFill>
                  <a:schemeClr val="tx1">
                    <a:tint val="75000"/>
                  </a:schemeClr>
                </a:solidFill>
              </a:defRPr>
            </a:lvl4pPr>
            <a:lvl5pPr marL="1769547" indent="0">
              <a:buNone/>
              <a:defRPr sz="1548">
                <a:solidFill>
                  <a:schemeClr val="tx1">
                    <a:tint val="75000"/>
                  </a:schemeClr>
                </a:solidFill>
              </a:defRPr>
            </a:lvl5pPr>
            <a:lvl6pPr marL="2211934" indent="0">
              <a:buNone/>
              <a:defRPr sz="1548">
                <a:solidFill>
                  <a:schemeClr val="tx1">
                    <a:tint val="75000"/>
                  </a:schemeClr>
                </a:solidFill>
              </a:defRPr>
            </a:lvl6pPr>
            <a:lvl7pPr marL="2654320" indent="0">
              <a:buNone/>
              <a:defRPr sz="1548">
                <a:solidFill>
                  <a:schemeClr val="tx1">
                    <a:tint val="75000"/>
                  </a:schemeClr>
                </a:solidFill>
              </a:defRPr>
            </a:lvl7pPr>
            <a:lvl8pPr marL="3096707" indent="0">
              <a:buNone/>
              <a:defRPr sz="1548">
                <a:solidFill>
                  <a:schemeClr val="tx1">
                    <a:tint val="75000"/>
                  </a:schemeClr>
                </a:solidFill>
              </a:defRPr>
            </a:lvl8pPr>
            <a:lvl9pPr marL="3539094" indent="0">
              <a:buNone/>
              <a:defRPr sz="15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AF9EC-C474-49ED-9225-EB3BAC543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1D8E4-73A6-4AE3-BE70-BB6E6AC00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0AEC1-F3D3-4A74-B2EC-3E854604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57F87A1-60A4-4F63-8FE6-937E3EEEFA2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25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A825-B511-4AD3-8695-E1A2807BE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8CBE1-1BB7-4274-B6A2-7366EF005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6913" y="1711284"/>
            <a:ext cx="4314624" cy="4828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1201D-DC67-44CB-B19A-52DA08047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48992" y="1711284"/>
            <a:ext cx="4316160" cy="4828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57A67-6A13-481C-996E-F14743DBD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CCCE-89C8-46CB-8039-88B4B79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E08F0-1764-4BF0-8C86-BAB8F830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9752020-5685-4250-86DC-19E5B7F72D4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92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AE20E-A09C-46D6-981F-F656859E0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233" y="390185"/>
            <a:ext cx="8412672" cy="14132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30F0D-692E-4AA0-B447-B7A7B2768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232" y="1792701"/>
            <a:ext cx="4127232" cy="878684"/>
          </a:xfrm>
        </p:spPr>
        <p:txBody>
          <a:bodyPr anchor="b"/>
          <a:lstStyle>
            <a:lvl1pPr marL="0" indent="0">
              <a:buNone/>
              <a:defRPr sz="2322" b="1"/>
            </a:lvl1pPr>
            <a:lvl2pPr marL="442387" indent="0">
              <a:buNone/>
              <a:defRPr sz="1935" b="1"/>
            </a:lvl2pPr>
            <a:lvl3pPr marL="884773" indent="0">
              <a:buNone/>
              <a:defRPr sz="1742" b="1"/>
            </a:lvl3pPr>
            <a:lvl4pPr marL="1327160" indent="0">
              <a:buNone/>
              <a:defRPr sz="1548" b="1"/>
            </a:lvl4pPr>
            <a:lvl5pPr marL="1769547" indent="0">
              <a:buNone/>
              <a:defRPr sz="1548" b="1"/>
            </a:lvl5pPr>
            <a:lvl6pPr marL="2211934" indent="0">
              <a:buNone/>
              <a:defRPr sz="1548" b="1"/>
            </a:lvl6pPr>
            <a:lvl7pPr marL="2654320" indent="0">
              <a:buNone/>
              <a:defRPr sz="1548" b="1"/>
            </a:lvl7pPr>
            <a:lvl8pPr marL="3096707" indent="0">
              <a:buNone/>
              <a:defRPr sz="1548" b="1"/>
            </a:lvl8pPr>
            <a:lvl9pPr marL="3539094" indent="0">
              <a:buNone/>
              <a:defRPr sz="15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79202-5611-4158-B620-2E8F55E5F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1232" y="2671385"/>
            <a:ext cx="4127232" cy="39310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4C8C6-85C0-4FDF-9C53-C26745D1FC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38240" y="1792701"/>
            <a:ext cx="4145664" cy="878684"/>
          </a:xfrm>
        </p:spPr>
        <p:txBody>
          <a:bodyPr anchor="b"/>
          <a:lstStyle>
            <a:lvl1pPr marL="0" indent="0">
              <a:buNone/>
              <a:defRPr sz="2322" b="1"/>
            </a:lvl1pPr>
            <a:lvl2pPr marL="442387" indent="0">
              <a:buNone/>
              <a:defRPr sz="1935" b="1"/>
            </a:lvl2pPr>
            <a:lvl3pPr marL="884773" indent="0">
              <a:buNone/>
              <a:defRPr sz="1742" b="1"/>
            </a:lvl3pPr>
            <a:lvl4pPr marL="1327160" indent="0">
              <a:buNone/>
              <a:defRPr sz="1548" b="1"/>
            </a:lvl4pPr>
            <a:lvl5pPr marL="1769547" indent="0">
              <a:buNone/>
              <a:defRPr sz="1548" b="1"/>
            </a:lvl5pPr>
            <a:lvl6pPr marL="2211934" indent="0">
              <a:buNone/>
              <a:defRPr sz="1548" b="1"/>
            </a:lvl6pPr>
            <a:lvl7pPr marL="2654320" indent="0">
              <a:buNone/>
              <a:defRPr sz="1548" b="1"/>
            </a:lvl7pPr>
            <a:lvl8pPr marL="3096707" indent="0">
              <a:buNone/>
              <a:defRPr sz="1548" b="1"/>
            </a:lvl8pPr>
            <a:lvl9pPr marL="3539094" indent="0">
              <a:buNone/>
              <a:defRPr sz="15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5F30A7-8860-4BEB-9FD2-39B4A019F6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38240" y="2671385"/>
            <a:ext cx="4145664" cy="39310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D6CB2C-378E-4C0B-9910-98A48DB00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F68EF6-D536-4277-AA62-DA3F91F16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6C396F-0727-4C26-96FB-8D3CC536D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EB4A09D-D2A5-43A8-A787-60204C4F612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37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60A6-96CF-4525-A70F-DEAA433BC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C802EC-189A-41F9-9259-E6B93EF67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5C2EB-89B6-4510-BA6F-2D61C9A4E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A2A5C-6A29-44CD-8F99-C3F878233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E3F4221-ECF1-4032-8F65-208D072105E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98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28C06F-93FE-4E0D-A84C-BC706D619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7ACEC9-00B3-4B92-918B-F3EEBDAD5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6D52E-FC15-4FE2-A8F4-20AF2895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AEA728E-A314-4C39-9CD8-ADC1F49CA19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7987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0C3A0-B2D3-4EBE-BE13-213E5BD8D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232" y="486964"/>
            <a:ext cx="3145728" cy="1708211"/>
          </a:xfrm>
        </p:spPr>
        <p:txBody>
          <a:bodyPr anchor="b"/>
          <a:lstStyle>
            <a:lvl1pPr>
              <a:defRPr sz="309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4B917-95BA-472D-8AD8-D718A7C0F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7200" y="1053807"/>
            <a:ext cx="4936704" cy="5198370"/>
          </a:xfrm>
        </p:spPr>
        <p:txBody>
          <a:bodyPr/>
          <a:lstStyle>
            <a:lvl1pPr>
              <a:defRPr sz="3096"/>
            </a:lvl1pPr>
            <a:lvl2pPr>
              <a:defRPr sz="2709"/>
            </a:lvl2pPr>
            <a:lvl3pPr>
              <a:defRPr sz="2322"/>
            </a:lvl3pPr>
            <a:lvl4pPr>
              <a:defRPr sz="1935"/>
            </a:lvl4pPr>
            <a:lvl5pPr>
              <a:defRPr sz="1935"/>
            </a:lvl5pPr>
            <a:lvl6pPr>
              <a:defRPr sz="1935"/>
            </a:lvl6pPr>
            <a:lvl7pPr>
              <a:defRPr sz="1935"/>
            </a:lvl7pPr>
            <a:lvl8pPr>
              <a:defRPr sz="1935"/>
            </a:lvl8pPr>
            <a:lvl9pPr>
              <a:defRPr sz="19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70010-9BE9-48AB-8BCE-40C2014B2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1232" y="2195175"/>
            <a:ext cx="3145728" cy="4064683"/>
          </a:xfrm>
        </p:spPr>
        <p:txBody>
          <a:bodyPr/>
          <a:lstStyle>
            <a:lvl1pPr marL="0" indent="0">
              <a:buNone/>
              <a:defRPr sz="1548"/>
            </a:lvl1pPr>
            <a:lvl2pPr marL="442387" indent="0">
              <a:buNone/>
              <a:defRPr sz="1355"/>
            </a:lvl2pPr>
            <a:lvl3pPr marL="884773" indent="0">
              <a:buNone/>
              <a:defRPr sz="1161"/>
            </a:lvl3pPr>
            <a:lvl4pPr marL="1327160" indent="0">
              <a:buNone/>
              <a:defRPr sz="968"/>
            </a:lvl4pPr>
            <a:lvl5pPr marL="1769547" indent="0">
              <a:buNone/>
              <a:defRPr sz="968"/>
            </a:lvl5pPr>
            <a:lvl6pPr marL="2211934" indent="0">
              <a:buNone/>
              <a:defRPr sz="968"/>
            </a:lvl6pPr>
            <a:lvl7pPr marL="2654320" indent="0">
              <a:buNone/>
              <a:defRPr sz="968"/>
            </a:lvl7pPr>
            <a:lvl8pPr marL="3096707" indent="0">
              <a:buNone/>
              <a:defRPr sz="968"/>
            </a:lvl8pPr>
            <a:lvl9pPr marL="3539094" indent="0">
              <a:buNone/>
              <a:defRPr sz="96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C6EDD-2650-4607-9F2E-19731109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344F9-2467-446B-96DD-25CB9208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59EB1-97D1-49E7-B359-6DC1DC68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96AC396-0900-46BE-BEB1-FD742AC5203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164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BF1BE-C519-4D94-A034-7ABE2406A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232" y="486964"/>
            <a:ext cx="3145728" cy="1708211"/>
          </a:xfrm>
        </p:spPr>
        <p:txBody>
          <a:bodyPr anchor="b"/>
          <a:lstStyle>
            <a:lvl1pPr>
              <a:defRPr sz="309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55DCA-FC75-48DC-A58B-972C6182C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47200" y="1053807"/>
            <a:ext cx="4936704" cy="5198370"/>
          </a:xfrm>
        </p:spPr>
        <p:txBody>
          <a:bodyPr/>
          <a:lstStyle>
            <a:lvl1pPr marL="0" indent="0">
              <a:buNone/>
              <a:defRPr sz="3096"/>
            </a:lvl1pPr>
            <a:lvl2pPr marL="442387" indent="0">
              <a:buNone/>
              <a:defRPr sz="2709"/>
            </a:lvl2pPr>
            <a:lvl3pPr marL="884773" indent="0">
              <a:buNone/>
              <a:defRPr sz="2322"/>
            </a:lvl3pPr>
            <a:lvl4pPr marL="1327160" indent="0">
              <a:buNone/>
              <a:defRPr sz="1935"/>
            </a:lvl4pPr>
            <a:lvl5pPr marL="1769547" indent="0">
              <a:buNone/>
              <a:defRPr sz="1935"/>
            </a:lvl5pPr>
            <a:lvl6pPr marL="2211934" indent="0">
              <a:buNone/>
              <a:defRPr sz="1935"/>
            </a:lvl6pPr>
            <a:lvl7pPr marL="2654320" indent="0">
              <a:buNone/>
              <a:defRPr sz="1935"/>
            </a:lvl7pPr>
            <a:lvl8pPr marL="3096707" indent="0">
              <a:buNone/>
              <a:defRPr sz="1935"/>
            </a:lvl8pPr>
            <a:lvl9pPr marL="3539094" indent="0">
              <a:buNone/>
              <a:defRPr sz="193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25D2D-F054-405E-966E-38E341B52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1232" y="2195175"/>
            <a:ext cx="3145728" cy="4064683"/>
          </a:xfrm>
        </p:spPr>
        <p:txBody>
          <a:bodyPr/>
          <a:lstStyle>
            <a:lvl1pPr marL="0" indent="0">
              <a:buNone/>
              <a:defRPr sz="1548"/>
            </a:lvl1pPr>
            <a:lvl2pPr marL="442387" indent="0">
              <a:buNone/>
              <a:defRPr sz="1355"/>
            </a:lvl2pPr>
            <a:lvl3pPr marL="884773" indent="0">
              <a:buNone/>
              <a:defRPr sz="1161"/>
            </a:lvl3pPr>
            <a:lvl4pPr marL="1327160" indent="0">
              <a:buNone/>
              <a:defRPr sz="968"/>
            </a:lvl4pPr>
            <a:lvl5pPr marL="1769547" indent="0">
              <a:buNone/>
              <a:defRPr sz="968"/>
            </a:lvl5pPr>
            <a:lvl6pPr marL="2211934" indent="0">
              <a:buNone/>
              <a:defRPr sz="968"/>
            </a:lvl6pPr>
            <a:lvl7pPr marL="2654320" indent="0">
              <a:buNone/>
              <a:defRPr sz="968"/>
            </a:lvl7pPr>
            <a:lvl8pPr marL="3096707" indent="0">
              <a:buNone/>
              <a:defRPr sz="968"/>
            </a:lvl8pPr>
            <a:lvl9pPr marL="3539094" indent="0">
              <a:buNone/>
              <a:defRPr sz="96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9E00A-C13B-4952-9B77-D348E35B3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B5A99-1240-4ECA-851B-56956A2D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41C53-4ED0-4760-B0AB-B987C28B8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383FFAD-108C-4DF8-A8A2-55B580563A2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54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18C16-DE06-438B-99E5-DE949579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2F705-F0F5-4B4E-B1F9-C089E615F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45D89-91A1-43D9-96D8-FE8B196E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68861-3B0A-4F4D-B28B-6B5902E41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B0A06-534F-4ADC-9E42-8F3E18729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FDD8CF-2D18-4FEF-812D-541B9E145AC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75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880C31-BF0B-4111-8011-C7DF7B735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71744" y="291871"/>
            <a:ext cx="2193408" cy="62475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56726E-58B9-474C-AAE2-7FD60CD8E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6912" y="291871"/>
            <a:ext cx="6437376" cy="62475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05A2B-D28C-40C6-89C1-008B7E7EF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8C2AB-163B-4FDC-B619-76BF3CB28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2FBCF-7FF0-49CA-BBA0-82AB5CD5F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9755B4F-4B03-4C6D-B132-BE57BBAEF91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697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2339926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24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B7468D-A8E0-4FE2-9398-BA2D4490B5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649" y="291575"/>
            <a:ext cx="8777347" cy="12213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93EA4-2750-42A6-AB7F-641C3BDFBC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7649" y="1711830"/>
            <a:ext cx="8777347" cy="48278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095B4-7DF6-4A3E-80A4-0A9DBE10507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87649" y="6664434"/>
            <a:ext cx="2272100" cy="5044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rtl="0" hangingPunct="0">
              <a:buNone/>
              <a:tabLst/>
              <a:defRPr lang="en-US" sz="1355" kern="1200"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49022-4810-4A66-90EB-8836E2C8A43A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335524" y="6664434"/>
            <a:ext cx="3091351" cy="5044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355" kern="1200"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19548-A654-4F77-B5BC-2071AC0AEF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992897" y="6664434"/>
            <a:ext cx="2272100" cy="5044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355" kern="1200"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D92C2B98-9300-4F42-969C-9F518189C71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69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323399266" r:id="rId1"/>
    <p:sldLayoutId id="2323399267" r:id="rId2"/>
    <p:sldLayoutId id="2323399268" r:id="rId3"/>
    <p:sldLayoutId id="2323399269" r:id="rId4"/>
    <p:sldLayoutId id="2323399270" r:id="rId5"/>
    <p:sldLayoutId id="2323399271" r:id="rId6"/>
    <p:sldLayoutId id="2323399272" r:id="rId7"/>
    <p:sldLayoutId id="2323399273" r:id="rId8"/>
    <p:sldLayoutId id="2323399274" r:id="rId9"/>
    <p:sldLayoutId id="2323399275" r:id="rId10"/>
    <p:sldLayoutId id="2323399276" r:id="rId11"/>
  </p:sldLayoutIdLst>
  <p:txStyles>
    <p:titleStyle>
      <a:lvl1pPr algn="ctr" rtl="0" hangingPunct="0">
        <a:tabLst/>
        <a:defRPr lang="en-US" sz="4257" b="0" i="0" u="none" strike="noStrike" kern="1200">
          <a:ln>
            <a:noFill/>
          </a:ln>
          <a:latin typeface="Arial" pitchFamily="18"/>
          <a:ea typeface="Microsoft YaHei" pitchFamily="2"/>
        </a:defRPr>
      </a:lvl1pPr>
    </p:titleStyle>
    <p:bodyStyle>
      <a:lvl1pPr marL="0" marR="0" indent="0" rtl="0" hangingPunct="0">
        <a:spcBef>
          <a:spcPts val="0"/>
        </a:spcBef>
        <a:spcAft>
          <a:spcPts val="1368"/>
        </a:spcAft>
        <a:tabLst/>
        <a:defRPr lang="en-US" sz="3096" b="0" i="0" u="none" strike="noStrike" kern="1200">
          <a:ln>
            <a:noFill/>
          </a:ln>
          <a:latin typeface="Arial" pitchFamily="18"/>
          <a:ea typeface="Microsoft YaHei" pitchFamily="2"/>
        </a:defRPr>
      </a:lvl1pPr>
      <a:lvl2pPr marL="663580" indent="-221193" algn="l" defTabSz="884773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2322" kern="1200">
          <a:solidFill>
            <a:schemeClr val="tx1"/>
          </a:solidFill>
          <a:latin typeface="+mn-lt"/>
          <a:ea typeface="+mn-ea"/>
          <a:cs typeface="+mn-cs"/>
        </a:defRPr>
      </a:lvl2pPr>
      <a:lvl3pPr marL="1105967" indent="-221193" algn="l" defTabSz="884773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3pPr>
      <a:lvl4pPr marL="1548354" indent="-221193" algn="l" defTabSz="884773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2" kern="1200">
          <a:solidFill>
            <a:schemeClr val="tx1"/>
          </a:solidFill>
          <a:latin typeface="+mn-lt"/>
          <a:ea typeface="+mn-ea"/>
          <a:cs typeface="+mn-cs"/>
        </a:defRPr>
      </a:lvl4pPr>
      <a:lvl5pPr marL="1990740" indent="-221193" algn="l" defTabSz="884773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2" kern="1200">
          <a:solidFill>
            <a:schemeClr val="tx1"/>
          </a:solidFill>
          <a:latin typeface="+mn-lt"/>
          <a:ea typeface="+mn-ea"/>
          <a:cs typeface="+mn-cs"/>
        </a:defRPr>
      </a:lvl5pPr>
      <a:lvl6pPr marL="2433127" indent="-221193" algn="l" defTabSz="884773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2" kern="1200">
          <a:solidFill>
            <a:schemeClr val="tx1"/>
          </a:solidFill>
          <a:latin typeface="+mn-lt"/>
          <a:ea typeface="+mn-ea"/>
          <a:cs typeface="+mn-cs"/>
        </a:defRPr>
      </a:lvl6pPr>
      <a:lvl7pPr marL="2875514" indent="-221193" algn="l" defTabSz="884773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2" kern="1200">
          <a:solidFill>
            <a:schemeClr val="tx1"/>
          </a:solidFill>
          <a:latin typeface="+mn-lt"/>
          <a:ea typeface="+mn-ea"/>
          <a:cs typeface="+mn-cs"/>
        </a:defRPr>
      </a:lvl7pPr>
      <a:lvl8pPr marL="3317900" indent="-221193" algn="l" defTabSz="884773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2" kern="1200">
          <a:solidFill>
            <a:schemeClr val="tx1"/>
          </a:solidFill>
          <a:latin typeface="+mn-lt"/>
          <a:ea typeface="+mn-ea"/>
          <a:cs typeface="+mn-cs"/>
        </a:defRPr>
      </a:lvl8pPr>
      <a:lvl9pPr marL="3760287" indent="-221193" algn="l" defTabSz="884773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4773" rtl="0" eaLnBrk="1" latinLnBrk="0" hangingPunct="1">
        <a:defRPr sz="1742" kern="1200">
          <a:solidFill>
            <a:schemeClr val="tx1"/>
          </a:solidFill>
          <a:latin typeface="+mn-lt"/>
          <a:ea typeface="+mn-ea"/>
          <a:cs typeface="+mn-cs"/>
        </a:defRPr>
      </a:lvl1pPr>
      <a:lvl2pPr marL="442387" algn="l" defTabSz="884773" rtl="0" eaLnBrk="1" latinLnBrk="0" hangingPunct="1">
        <a:defRPr sz="1742" kern="1200">
          <a:solidFill>
            <a:schemeClr val="tx1"/>
          </a:solidFill>
          <a:latin typeface="+mn-lt"/>
          <a:ea typeface="+mn-ea"/>
          <a:cs typeface="+mn-cs"/>
        </a:defRPr>
      </a:lvl2pPr>
      <a:lvl3pPr marL="884773" algn="l" defTabSz="884773" rtl="0" eaLnBrk="1" latinLnBrk="0" hangingPunct="1">
        <a:defRPr sz="1742" kern="1200">
          <a:solidFill>
            <a:schemeClr val="tx1"/>
          </a:solidFill>
          <a:latin typeface="+mn-lt"/>
          <a:ea typeface="+mn-ea"/>
          <a:cs typeface="+mn-cs"/>
        </a:defRPr>
      </a:lvl3pPr>
      <a:lvl4pPr marL="1327160" algn="l" defTabSz="884773" rtl="0" eaLnBrk="1" latinLnBrk="0" hangingPunct="1">
        <a:defRPr sz="1742" kern="1200">
          <a:solidFill>
            <a:schemeClr val="tx1"/>
          </a:solidFill>
          <a:latin typeface="+mn-lt"/>
          <a:ea typeface="+mn-ea"/>
          <a:cs typeface="+mn-cs"/>
        </a:defRPr>
      </a:lvl4pPr>
      <a:lvl5pPr marL="1769547" algn="l" defTabSz="884773" rtl="0" eaLnBrk="1" latinLnBrk="0" hangingPunct="1">
        <a:defRPr sz="1742" kern="1200">
          <a:solidFill>
            <a:schemeClr val="tx1"/>
          </a:solidFill>
          <a:latin typeface="+mn-lt"/>
          <a:ea typeface="+mn-ea"/>
          <a:cs typeface="+mn-cs"/>
        </a:defRPr>
      </a:lvl5pPr>
      <a:lvl6pPr marL="2211934" algn="l" defTabSz="884773" rtl="0" eaLnBrk="1" latinLnBrk="0" hangingPunct="1">
        <a:defRPr sz="1742" kern="1200">
          <a:solidFill>
            <a:schemeClr val="tx1"/>
          </a:solidFill>
          <a:latin typeface="+mn-lt"/>
          <a:ea typeface="+mn-ea"/>
          <a:cs typeface="+mn-cs"/>
        </a:defRPr>
      </a:lvl6pPr>
      <a:lvl7pPr marL="2654320" algn="l" defTabSz="884773" rtl="0" eaLnBrk="1" latinLnBrk="0" hangingPunct="1">
        <a:defRPr sz="1742" kern="1200">
          <a:solidFill>
            <a:schemeClr val="tx1"/>
          </a:solidFill>
          <a:latin typeface="+mn-lt"/>
          <a:ea typeface="+mn-ea"/>
          <a:cs typeface="+mn-cs"/>
        </a:defRPr>
      </a:lvl7pPr>
      <a:lvl8pPr marL="3096707" algn="l" defTabSz="884773" rtl="0" eaLnBrk="1" latinLnBrk="0" hangingPunct="1">
        <a:defRPr sz="1742" kern="1200">
          <a:solidFill>
            <a:schemeClr val="tx1"/>
          </a:solidFill>
          <a:latin typeface="+mn-lt"/>
          <a:ea typeface="+mn-ea"/>
          <a:cs typeface="+mn-cs"/>
        </a:defRPr>
      </a:lvl8pPr>
      <a:lvl9pPr marL="3539094" algn="l" defTabSz="884773" rtl="0" eaLnBrk="1" latinLnBrk="0" hangingPunct="1">
        <a:defRPr sz="17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5FE88DE9-4AF9-4D7D-9133-639E615B384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92839" y="442753"/>
            <a:ext cx="2034893" cy="16809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69EC61A-DBC2-4EBD-A932-8F3D33AF07A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0855" y="-1314367"/>
            <a:ext cx="8777347" cy="9601154"/>
          </a:xfrm>
        </p:spPr>
        <p:txBody>
          <a:bodyPr anchor="ctr">
            <a:spAutoFit/>
          </a:bodyPr>
          <a:lstStyle/>
          <a:p>
            <a:pPr lvl="0" algn="ctr"/>
            <a:endParaRPr lang="en-US" dirty="0"/>
          </a:p>
          <a:p>
            <a:pPr lvl="0" algn="ctr"/>
            <a:endParaRPr lang="en-US" dirty="0"/>
          </a:p>
          <a:p>
            <a:pPr lvl="0" algn="ctr"/>
            <a:endParaRPr lang="en-US" dirty="0"/>
          </a:p>
          <a:p>
            <a:pPr lvl="0" algn="ctr"/>
            <a:endParaRPr lang="en-US" dirty="0"/>
          </a:p>
          <a:p>
            <a:pPr lvl="0" algn="ctr"/>
            <a:endParaRPr lang="en-US" dirty="0"/>
          </a:p>
          <a:p>
            <a:pPr lvl="0" algn="ctr"/>
            <a:endParaRPr lang="en-US" dirty="0"/>
          </a:p>
          <a:p>
            <a:pPr lvl="0" algn="ctr"/>
            <a:r>
              <a:rPr lang="en-US" dirty="0"/>
              <a:t>Deduction expressly allowed in PGBP</a:t>
            </a:r>
          </a:p>
          <a:p>
            <a:pPr lvl="0" algn="ctr"/>
            <a:endParaRPr lang="en-US" dirty="0"/>
          </a:p>
          <a:p>
            <a:pPr lvl="0" algn="ctr"/>
            <a:endParaRPr lang="en-US" dirty="0"/>
          </a:p>
          <a:p>
            <a:pPr lvl="0" algn="l"/>
            <a:r>
              <a:rPr lang="en-US" sz="2322" dirty="0">
                <a:latin typeface="Arial Unicode MS" pitchFamily="34"/>
              </a:rPr>
              <a:t>SUBMITTED TO:                                    SUBMITTED BY:</a:t>
            </a:r>
          </a:p>
          <a:p>
            <a:pPr lvl="0" algn="l"/>
            <a:r>
              <a:rPr lang="en-US" sz="2322" dirty="0">
                <a:latin typeface="Arial Unicode MS" pitchFamily="34"/>
              </a:rPr>
              <a:t>MR. SAKET RATHI                                NATASHA DESHMUKH</a:t>
            </a:r>
          </a:p>
          <a:p>
            <a:pPr lvl="0" algn="l"/>
            <a:r>
              <a:rPr lang="en-US" sz="2322" dirty="0">
                <a:latin typeface="Arial Unicode MS" pitchFamily="34"/>
              </a:rPr>
              <a:t>                                                               CODE: 53051</a:t>
            </a:r>
          </a:p>
          <a:p>
            <a:pPr lvl="0" algn="l"/>
            <a:r>
              <a:rPr lang="en-US" sz="2322" dirty="0">
                <a:latin typeface="Arial Unicode MS" pitchFamily="34"/>
              </a:rPr>
              <a:t>                                                                MBA III SEM'A'</a:t>
            </a:r>
          </a:p>
          <a:p>
            <a:pPr lvl="0" algn="l"/>
            <a:endParaRPr lang="en-US" dirty="0"/>
          </a:p>
          <a:p>
            <a:pPr lvl="0" algn="l"/>
            <a:endParaRPr lang="en-US" sz="1548" dirty="0">
              <a:latin typeface="Arial Unicode MS" pitchFamily="34"/>
            </a:endParaRPr>
          </a:p>
          <a:p>
            <a:pPr lvl="0"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23">
  <a:themeElements>
    <a:clrScheme name="Theme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Custom</PresentationFormat>
  <Paragraphs>15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 Unicode MS</vt:lpstr>
      <vt:lpstr>Arial</vt:lpstr>
      <vt:lpstr>Calibri</vt:lpstr>
      <vt:lpstr>Times New Roman</vt:lpstr>
      <vt:lpstr>Theme23</vt:lpstr>
      <vt:lpstr>Default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Jha, Raj (Associated)</cp:lastModifiedBy>
  <cp:revision>1</cp:revision>
  <dcterms:created xsi:type="dcterms:W3CDTF">2021-10-16T11:16:27Z</dcterms:created>
  <dcterms:modified xsi:type="dcterms:W3CDTF">2021-10-16T12:13:38Z</dcterms:modified>
  <cp:category/>
</cp:coreProperties>
</file>